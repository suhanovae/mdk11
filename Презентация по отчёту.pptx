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2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31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72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06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897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484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35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93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900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46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189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6156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86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30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8200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6957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68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A6C97E3-DE6E-43A2-AFB0-DDFD29F48C90}" type="datetimeFigureOut">
              <a:rPr lang="ru-RU" smtClean="0"/>
              <a:t>20.05.2022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62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98657" y="4633452"/>
            <a:ext cx="3696059" cy="1371599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ИСП.20А</a:t>
            </a:r>
          </a:p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Суханова Екатерина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22090" y="353961"/>
            <a:ext cx="7128387" cy="1681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85884" y="1877961"/>
            <a:ext cx="7246374" cy="2153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проект на тему:</a:t>
            </a:r>
            <a:b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«Моделирование бизнес-процессов гостиницы»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12490" y="609600"/>
            <a:ext cx="8681884" cy="1002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Ликино-Дулёвский политехнический колледж – филиал ГГТУ 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990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C:\Users\ekate\OneDrive\Рабочий стол\домашка\МДК 11\uml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549" y="1809135"/>
            <a:ext cx="6843252" cy="42966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269066" y="474584"/>
            <a:ext cx="7907867" cy="1190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технология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варианту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740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уз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831" y="3057832"/>
            <a:ext cx="5569011" cy="1702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269066" y="474584"/>
            <a:ext cx="7907867" cy="1190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технология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своей БД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134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46" y="2212259"/>
            <a:ext cx="10404510" cy="27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056658" y="918110"/>
            <a:ext cx="33346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диаграмма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429589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t="331"/>
          <a:stretch/>
        </p:blipFill>
        <p:spPr>
          <a:xfrm>
            <a:off x="773168" y="1126155"/>
            <a:ext cx="10398614" cy="561152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865481" y="342268"/>
            <a:ext cx="6213987" cy="25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Структурный анализ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032985" y="365760"/>
            <a:ext cx="2993457" cy="95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IDEF()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EF(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193" y="2249157"/>
            <a:ext cx="4156576" cy="3158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80437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детализац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949" y="1540042"/>
            <a:ext cx="8071063" cy="398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67026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3415011" y="1790299"/>
            <a:ext cx="5576939" cy="443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2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49323" y="2355667"/>
            <a:ext cx="883144" cy="276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НФ:</a:t>
            </a:r>
            <a:endParaRPr lang="ru-RU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22022" y="691830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 данных </a:t>
            </a:r>
            <a:endParaRPr lang="ru-RU" sz="6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1186"/>
          <a:stretch/>
        </p:blipFill>
        <p:spPr>
          <a:xfrm>
            <a:off x="310536" y="3033398"/>
            <a:ext cx="11700387" cy="215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02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1258" y="796412"/>
            <a:ext cx="974020" cy="468221"/>
          </a:xfrm>
        </p:spPr>
        <p:txBody>
          <a:bodyPr/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2НФ: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70" t="759"/>
          <a:stretch/>
        </p:blipFill>
        <p:spPr>
          <a:xfrm>
            <a:off x="5924211" y="1513419"/>
            <a:ext cx="6066195" cy="162232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850277" y="1137029"/>
            <a:ext cx="2067965" cy="283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«Гости»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28827"/>
              </p:ext>
            </p:extLst>
          </p:nvPr>
        </p:nvGraphicFramePr>
        <p:xfrm>
          <a:off x="8170727" y="3649679"/>
          <a:ext cx="304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492">
                  <a:extLst>
                    <a:ext uri="{9D8B030D-6E8A-4147-A177-3AD203B41FA5}">
                      <a16:colId xmlns:a16="http://schemas.microsoft.com/office/drawing/2014/main" val="2185402465"/>
                    </a:ext>
                  </a:extLst>
                </a:gridCol>
                <a:gridCol w="1435510">
                  <a:extLst>
                    <a:ext uri="{9D8B030D-6E8A-4147-A177-3AD203B41FA5}">
                      <a16:colId xmlns:a16="http://schemas.microsoft.com/office/drawing/2014/main" val="550481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Код_тип номера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комнат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6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46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3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43532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8496729" y="3242579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«Тип номера»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79592"/>
              </p:ext>
            </p:extLst>
          </p:nvPr>
        </p:nvGraphicFramePr>
        <p:xfrm>
          <a:off x="458839" y="2019400"/>
          <a:ext cx="5165213" cy="1116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439">
                  <a:extLst>
                    <a:ext uri="{9D8B030D-6E8A-4147-A177-3AD203B41FA5}">
                      <a16:colId xmlns:a16="http://schemas.microsoft.com/office/drawing/2014/main" val="4002869506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2877745391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1932557536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902045084"/>
                    </a:ext>
                  </a:extLst>
                </a:gridCol>
              </a:tblGrid>
              <a:tr h="374662"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Код_менеджер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Фамилия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Отчество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Медведев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Алексей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Ростиславович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88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Ехов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Михаил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Петрович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19731"/>
                  </a:ext>
                </a:extLst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3057832" y="1651599"/>
            <a:ext cx="2566220" cy="295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«Менеджер»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094427"/>
              </p:ext>
            </p:extLst>
          </p:nvPr>
        </p:nvGraphicFramePr>
        <p:xfrm>
          <a:off x="2163097" y="3890509"/>
          <a:ext cx="3460955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194">
                  <a:extLst>
                    <a:ext uri="{9D8B030D-6E8A-4147-A177-3AD203B41FA5}">
                      <a16:colId xmlns:a16="http://schemas.microsoft.com/office/drawing/2014/main" val="3806649090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10208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Код_журнал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Расчёт за проживание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86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9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13040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2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11030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066732"/>
                  </a:ext>
                </a:extLst>
              </a:tr>
            </a:tbl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3148410" y="3447105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«Журнал»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327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0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1061258" y="796412"/>
            <a:ext cx="974020" cy="468221"/>
          </a:xfrm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НФ: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120" t="1052" r="142" b="728"/>
          <a:stretch/>
        </p:blipFill>
        <p:spPr>
          <a:xfrm>
            <a:off x="3743959" y="1422261"/>
            <a:ext cx="8043341" cy="186280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719335" y="1122684"/>
            <a:ext cx="2067965" cy="283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«Гости»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483521"/>
              </p:ext>
            </p:extLst>
          </p:nvPr>
        </p:nvGraphicFramePr>
        <p:xfrm>
          <a:off x="271327" y="1801706"/>
          <a:ext cx="304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492">
                  <a:extLst>
                    <a:ext uri="{9D8B030D-6E8A-4147-A177-3AD203B41FA5}">
                      <a16:colId xmlns:a16="http://schemas.microsoft.com/office/drawing/2014/main" val="2185402465"/>
                    </a:ext>
                  </a:extLst>
                </a:gridCol>
                <a:gridCol w="1435510">
                  <a:extLst>
                    <a:ext uri="{9D8B030D-6E8A-4147-A177-3AD203B41FA5}">
                      <a16:colId xmlns:a16="http://schemas.microsoft.com/office/drawing/2014/main" val="550481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Код_тип номера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комнат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6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46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3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43532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81730" y="1328643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«Тип номера»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976018" y="3658199"/>
            <a:ext cx="2566220" cy="295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«Менеджер»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984966"/>
              </p:ext>
            </p:extLst>
          </p:nvPr>
        </p:nvGraphicFramePr>
        <p:xfrm>
          <a:off x="271327" y="4021719"/>
          <a:ext cx="5165213" cy="1116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439">
                  <a:extLst>
                    <a:ext uri="{9D8B030D-6E8A-4147-A177-3AD203B41FA5}">
                      <a16:colId xmlns:a16="http://schemas.microsoft.com/office/drawing/2014/main" val="4002869506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2877745391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1932557536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902045084"/>
                    </a:ext>
                  </a:extLst>
                </a:gridCol>
              </a:tblGrid>
              <a:tr h="374662"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Код_менеджер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Фамилия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Отчество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Медведев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Алексей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Ростиславович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88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Ехов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Михаил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Петрович</a:t>
                      </a:r>
                      <a:endParaRPr lang="ru-RU" sz="16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19731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8905744" y="3544334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«Журнал»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575637"/>
              </p:ext>
            </p:extLst>
          </p:nvPr>
        </p:nvGraphicFramePr>
        <p:xfrm>
          <a:off x="7895031" y="3953386"/>
          <a:ext cx="3460955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194">
                  <a:extLst>
                    <a:ext uri="{9D8B030D-6E8A-4147-A177-3AD203B41FA5}">
                      <a16:colId xmlns:a16="http://schemas.microsoft.com/office/drawing/2014/main" val="3806649090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10208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Код_журнал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Расчёт за проживание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86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9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13040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2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11030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06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3068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44221" y="712860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реляционной модели</a:t>
            </a:r>
            <a:endParaRPr lang="ru-RU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60376" y="2057400"/>
            <a:ext cx="5108681" cy="380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93421" y="132563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реляционной модели</a:t>
            </a:r>
            <a:endParaRPr lang="ru-RU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1730" y="129311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Запрос на выборку с параметром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47131" y="1998133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гости.Фамилия, гости.Имя, гости.Отчество, гости.[Номер паспорта], гости.[Серия паспорта], гости.[дата приезда], гости.[дата выезда]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гости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(((гости.[дата приезда])=[введите дату приезда]));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5621867" y="4176934"/>
            <a:ext cx="5528734" cy="13716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6299200" y="3680071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541136" y="1835396"/>
            <a:ext cx="4609465" cy="1844675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758834" y="1267900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2520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264159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Запрос на выборку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97467" y="1354666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гости.Фамилия, гости.Имя, гости.Отчество, журнал.[расчёт за проживание]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журнал INNER JOIN гости ON журнал.Код_журнал = гости.код_журнал;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77265" y="3160022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4052357" y="3570708"/>
            <a:ext cx="4587875" cy="207655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7653444" y="912308"/>
            <a:ext cx="3573780" cy="21990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19234" y="4297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76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264159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Итоговый запрос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77237" y="1267908"/>
            <a:ext cx="2146829" cy="232833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1354666"/>
            <a:ext cx="4123265" cy="1727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(журнал.[расчёт за проживание]) AS [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-расчёт за проживание]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журнал;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3"/>
          <a:srcRect t="9937"/>
          <a:stretch/>
        </p:blipFill>
        <p:spPr bwMode="auto">
          <a:xfrm>
            <a:off x="4460664" y="4622800"/>
            <a:ext cx="2405804" cy="577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3539065" y="4125222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840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Запрос на добавление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97467" y="1354665"/>
            <a:ext cx="4123265" cy="5054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[Копия гости] ( Фамилия, Имя, Отчество, [Номер паспорта], [Серия паспорта], [дата приезда], [дата выезда] </a:t>
            </a:r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[Введите фамилию гостя] AS Выражение1, [Введите имя гостя] AS Выражение2, [Введите отчество гостя] AS Выражение3, [Введите номер паспорта гостя] AS Выражение4, [Введите серию паспорта гостя] AS Выражение5, [Введите дату приезда гостя] AS Выражение6, [Введите дату выезда гостя] AS Выражение7;</a:t>
            </a:r>
          </a:p>
          <a:p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78284" y="872066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78284" y="3879689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330402" y="1354665"/>
            <a:ext cx="6620933" cy="92710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t="20270"/>
          <a:stretch/>
        </p:blipFill>
        <p:spPr bwMode="auto">
          <a:xfrm>
            <a:off x="5330402" y="4326467"/>
            <a:ext cx="5828665" cy="2469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787655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41854" y="828686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129865" y="4580464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5"/>
            <a:ext cx="4123265" cy="353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[Копия гости3] SET [Копия гости3].[дата выезда] = #5/15/2022#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((([Копия гости3].[дата приезда])=#5/2/2022#));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[Копия гости3] SET [Копия гости3].[дата приезда] = #4/10/2022#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((([Копия гости3].[дата выезда])=#4/15/2022#));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Запрос на обновление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6510867" y="1354665"/>
            <a:ext cx="2636043" cy="250401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t="1133"/>
          <a:stretch/>
        </p:blipFill>
        <p:spPr>
          <a:xfrm>
            <a:off x="4745883" y="4980490"/>
            <a:ext cx="6510233" cy="110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58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15542" y="4129268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6"/>
            <a:ext cx="4123265" cy="32935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[Копия гости2].Фамилия, [Копия гости2].Имя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[Копия гости2]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((([Копия гости2].Фамилия)=[Введите фамилию гостя])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(([Копия гости2].Имя)=[Введите имя гостя]));</a:t>
            </a:r>
          </a:p>
          <a:p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Запрос на удаление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8145461" y="1263489"/>
            <a:ext cx="2610379" cy="286173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b="2750"/>
          <a:stretch/>
        </p:blipFill>
        <p:spPr bwMode="auto">
          <a:xfrm>
            <a:off x="2459567" y="4603403"/>
            <a:ext cx="6878531" cy="10738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8487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39065" y="3505200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6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 Min(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гости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[Min-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гости.[дата приезда]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гости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гости.[дата приезда]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гости.[дата выезда];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Перекрёстный запрос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7783776" y="1267908"/>
            <a:ext cx="2816491" cy="223729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44868" y="3886202"/>
            <a:ext cx="6421332" cy="222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88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98657" y="4633452"/>
            <a:ext cx="3696059" cy="1371599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ИСП.20А</a:t>
            </a:r>
          </a:p>
          <a:p>
            <a:r>
              <a:rPr lang="ru-RU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Суханова Екатерина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222090" y="353961"/>
            <a:ext cx="7128387" cy="1681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85884" y="1877961"/>
            <a:ext cx="7246374" cy="2153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проект на тему:</a:t>
            </a:r>
            <a:b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«Моделирование бизнес-процессов гостиницы»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12490" y="609600"/>
            <a:ext cx="8681884" cy="1002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Ликино-Дулёвский политехнический колледж – филиал ГГТУ 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11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222</TotalTime>
  <Words>569</Words>
  <Application>Microsoft Office PowerPoint</Application>
  <PresentationFormat>Широкоэкранный</PresentationFormat>
  <Paragraphs>140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Tw Cen MT</vt:lpstr>
      <vt:lpstr>Капля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2НФ:</vt:lpstr>
      <vt:lpstr>3НФ: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Екатерина Суханова</dc:creator>
  <cp:lastModifiedBy>Екатерина Суханова</cp:lastModifiedBy>
  <cp:revision>27</cp:revision>
  <dcterms:created xsi:type="dcterms:W3CDTF">2022-05-18T14:37:15Z</dcterms:created>
  <dcterms:modified xsi:type="dcterms:W3CDTF">2022-05-20T17:01:57Z</dcterms:modified>
</cp:coreProperties>
</file>